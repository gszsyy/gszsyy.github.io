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" Target="slides/slide7.xml"/>
<Relationship Id="rId8" Type="http://schemas.openxmlformats.org/officeDocument/2006/relationships/slide" Target="slides/slide8.xml"/>
<Relationship Id="rId9" Type="http://schemas.openxmlformats.org/officeDocument/2006/relationships/slide" Target="slides/slide9.xml"/>
<Relationship Id="rId10" Type="http://schemas.openxmlformats.org/officeDocument/2006/relationships/slideMaster" Target="slideMasters/slideMaster1.xml"/>
<Relationship Id="rId11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/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/>
</p:sldMaster>
</file>

<file path=ppt/slides/_rels/slide1.xml.rels><?xml version="1.0" encoding="UTF-8" standalone="yes"?>
<Relationships xmlns="http://schemas.openxmlformats.org/package/2006/relationships"/>
</file>

<file path=ppt/slides/_rels/slide2.xml.rels><?xml version="1.0" encoding="UTF-8" standalone="yes"?>
<Relationships xmlns="http://schemas.openxmlformats.org/package/2006/relationships"/>
</file>

<file path=ppt/slides/_rels/slide3.xml.rels><?xml version="1.0" encoding="UTF-8" standalone="yes"?>
<Relationships xmlns="http://schemas.openxmlformats.org/package/2006/relationships"/>
</file>

<file path=ppt/slides/_rels/slide4.xml.rels><?xml version="1.0" encoding="UTF-8" standalone="yes"?>
<Relationships xmlns="http://schemas.openxmlformats.org/package/2006/relationships"/>
</file>

<file path=ppt/slides/_rels/slide5.xml.rels><?xml version="1.0" encoding="UTF-8" standalone="yes"?>
<Relationships xmlns="http://schemas.openxmlformats.org/package/2006/relationships"/>
</file>

<file path=ppt/slides/_rels/slide6.xml.rels><?xml version="1.0" encoding="UTF-8" standalone="yes"?>
<Relationships xmlns="http://schemas.openxmlformats.org/package/2006/relationships"/>
</file>

<file path=ppt/slides/_rels/slide7.xml.rels><?xml version="1.0" encoding="UTF-8" standalone="yes"?>
<Relationships xmlns="http://schemas.openxmlformats.org/package/2006/relationships"/>
</file>

<file path=ppt/slides/_rels/slide8.xml.rels><?xml version="1.0" encoding="UTF-8" standalone="yes"?>
<Relationships xmlns="http://schemas.openxmlformats.org/package/2006/relationships"/>
</file>

<file path=ppt/slides/_rels/slide9.xml.rels><?xml version="1.0" encoding="UTF-8" standalone="yes"?>
<Relationships xmlns="http://schemas.openxmlformats.org/package/2006/relationships"/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DeepTag 多面体位姿驱动 Unity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阶段 1 进度报告
• 目标：在 360 度八等份可见面的立体结构上贴附 Tag，输出 6DoF 位姿驱动 Unity 虚拟物体。
• 状态：创维 1600 已完成基础驱动验证；底层取流、IMU 同步和端侧鲁棒性仍是下一步重点。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1/9</a:t>
            </a:r>
            <a:endParaRPr lang="zh-CN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阶段 1 目标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立体结构旋转 360 度，按 45 度均分 8 个可观测方向。
• 每个方向都至少可看到一个贴有 AprilTag / DeepTag 的面。
• 通过多 Tag 融合得到 xyz 平移与旋转，驱动 Unity 中的虚拟物体。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2/9</a:t>
            </a:r>
            <a:endParaRPr lang="zh-CN" sz="1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技术路线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创维 1600 灰度图像取流 -&gt; DeepTag 检测 -&gt; 角点亚像素回归 -&gt; ID 解码。
• 多面体刚体约束融合可见 Tag，PnP + 非线性重投影精修输出 6DoF。
• 路线已从传统 AprilTag 推进到 DeepTag，以提升低光、运动模糊和遮挡鲁棒性。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3/9</a:t>
            </a:r>
            <a:endParaRPr lang="zh-CN"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已完成事项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已在创维 1600 上完成初步验证，可以进行基本 Unity 驱动。
• 当前通过分时复用方式获取约 30fps 灰度图像。
• 在无法严格对应 IMU 数据的情况下，已经完成大致精度和稳定性测试。
• 阶段 1 需求问题已在参考 README 中完成答复。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4/9</a:t>
            </a:r>
            <a:endParaRPr lang="zh-CN" sz="1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当前限制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尚未接入创维底层取流，分时复用导致偶发卡顿。
• 灰度帧无法严格对应 IMU 数据，运动补偿和时序融合受限。
• DeepTag 端侧实时性需要 NNAPI/NPU 或等价端侧加速继续验证。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5/9</a:t>
            </a:r>
            <a:endParaRPr lang="zh-CN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流程图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创维 1600 取流 -&gt; DeepTag 检测 -&gt; 多 Tag 融合 -&gt; PnP 位姿 -&gt; Unity 驱动。
• 每个环节输出可观测 QC：检测置信度、角点残差、重投影误差、帧延迟和位姿抖动。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6/9</a:t>
            </a:r>
            <a:endParaRPr lang="zh-CN" sz="13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拓扑与知识图谱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实体多面体：八方向可见面、Tag ID、每面外参。
• 设备侧：创维 1600、相机内参、畸变参数、灰度取流、时间戳。
• 算法侧：DeepTag、角点回归、PnP、非线性优化、Unity 坐标系转换。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7/9</a:t>
            </a:r>
            <a:endParaRPr lang="zh-CN" sz="13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下一步计划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接入创维底层取流、时间戳和 IMU 同步接口。
• 对 STL/STP 结构建立每面 Tag 坐标系和刚体外参。
• 补充低光、运动模糊、反光和遮挡样本，完成 DeepTag 端侧压缩。
• 建立 Unity 日志，量化延迟、丢帧、重投影误差和 6DoF 抖动。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8/9</a:t>
            </a:r>
            <a:endParaRPr lang="zh-CN" sz="13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验收建议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单 Tag 正对稳定叠加，多 Tag 同时检测和融合。
• 暗光、正常光、强光、运动模糊、25/50/75% 遮挡场景覆盖。
• 0.3m 到 3m 距离范围，30 分钟稳定性测试。
• 输出检测帧率、漏检率、位姿误差、重投影误差和 Unity 驱动延迟。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9/9</a:t>
            </a:r>
            <a:endParaRPr lang="zh-CN" sz="1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ge1">
  <a:themeElements>
    <a:clrScheme name="Stage1">
      <a:dk1>
        <a:srgbClr val="172033"/>
      </a:dk1>
      <a:lt1>
        <a:srgbClr val="FFFDF3"/>
      </a:lt1>
      <a:dk2>
        <a:srgbClr val="0B6B57"/>
      </a:dk2>
      <a:lt2>
        <a:srgbClr val="EFE2C4"/>
      </a:lt2>
      <a:accent1>
        <a:srgbClr val="0B6B57"/>
      </a:accent1>
      <a:accent2>
        <a:srgbClr val="C9A24A"/>
      </a:accent2>
      <a:accent3>
        <a:srgbClr val="C8587B"/>
      </a:accent3>
      <a:accent4>
        <a:srgbClr val="6C5B37"/>
      </a:accent4>
      <a:accent5>
        <a:srgbClr val="193327"/>
      </a:accent5>
      <a:accent6>
        <a:srgbClr val="F3E8CD"/>
      </a:accent6>
      <a:hlink>
        <a:srgbClr val="0B6B57"/>
      </a:hlink>
      <a:folHlink>
        <a:srgbClr val="C8587B"/>
      </a:folHlink>
    </a:clrScheme>
    <a:fontScheme name="Stage1">
      <a:majorFont>
        <a:latin typeface="Aptos Display"/>
        <a:ea typeface="Microsoft YaHei"/>
      </a:majorFont>
      <a:minorFont>
        <a:latin typeface="Aptos"/>
        <a:ea typeface="Microsoft YaHei"/>
      </a:minorFont>
    </a:fontScheme>
    <a:fmtScheme name="Stage1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static PPTX builder</Application>
  <Slides>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DeepTag 多面体位姿驱动 Unity 阶段 1 进度报告</dc:title>
  <dc:creator>gszsyy GitHub Pages</dc:creator>
</cp:coreProperties>
</file>