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9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Master" Target="slideMasters/slideMaster1.xml"/>
<Relationship Id="rId10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/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/>
</p:sldMaster>
</file>

<file path=ppt/slides/_rels/slide1.xml.rels><?xml version="1.0" encoding="UTF-8" standalone="yes"?>
<Relationships xmlns="http://schemas.openxmlformats.org/package/2006/relationships"/>
</file>

<file path=ppt/slides/_rels/slide2.xml.rels><?xml version="1.0" encoding="UTF-8" standalone="yes"?>
<Relationships xmlns="http://schemas.openxmlformats.org/package/2006/relationships"/>
</file>

<file path=ppt/slides/_rels/slide3.xml.rels><?xml version="1.0" encoding="UTF-8" standalone="yes"?>
<Relationships xmlns="http://schemas.openxmlformats.org/package/2006/relationships"/>
</file>

<file path=ppt/slides/_rels/slide4.xml.rels><?xml version="1.0" encoding="UTF-8" standalone="yes"?>
<Relationships xmlns="http://schemas.openxmlformats.org/package/2006/relationships"/>
</file>

<file path=ppt/slides/_rels/slide5.xml.rels><?xml version="1.0" encoding="UTF-8" standalone="yes"?>
<Relationships xmlns="http://schemas.openxmlformats.org/package/2006/relationships"/>
</file>

<file path=ppt/slides/_rels/slide6.xml.rels><?xml version="1.0" encoding="UTF-8" standalone="yes"?>
<Relationships xmlns="http://schemas.openxmlformats.org/package/2006/relationships"/>
</file>

<file path=ppt/slides/_rels/slide7.xml.rels><?xml version="1.0" encoding="UTF-8" standalone="yes"?>
<Relationships xmlns="http://schemas.openxmlformats.org/package/2006/relationships"/>
</file>

<file path=ppt/slides/_rels/slide8.xml.rels><?xml version="1.0" encoding="UTF-8" standalone="yes"?>
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20000" y="520000"/>
            <a:ext cx="10800000" cy="8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600" b="1">
                <a:solidFill>
                  <a:srgbClr val="172033"/>
                </a:solidFill>
              </a:rPr>
              <a:t>DeepTag 多面体位姿驱动 Unity</a:t>
            </a:r>
            <a:endParaRPr lang="zh-CN" sz="3600"/>
          </a:p>
        </p:txBody>
      </p:sp>
      <p:sp>
        <p:nvSpPr>
          <p:cNvPr id="3" name="Body"/>
          <p:cNvSpPr txBox="1"/>
          <p:nvPr/>
        </p:nvSpPr>
        <p:spPr>
          <a:xfrm>
            <a:off x="760000" y="1600000"/>
            <a:ext cx="10600000" cy="42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72033"/>
                </a:solidFill>
              </a:rPr>
              <a:t>• 阶段 1 进度报告
• 目标：在 360 度八等份可见面的立体结构上部署 Tag，输出实体结构 6DoF 位姿并驱动 Unity 虚拟物体。
• 状态：创维 1600 已完成基础闭环验证；底层取流、IMU 同步和端侧鲁棒性仍是下一阶段重点。</a:t>
            </a:r>
            <a:endParaRPr lang="zh-CN" sz="2300"/>
          </a:p>
        </p:txBody>
      </p:sp>
      <p:sp>
        <p:nvSpPr>
          <p:cNvPr id="4" name="Footer"/>
          <p:cNvSpPr txBox="1"/>
          <p:nvPr/>
        </p:nvSpPr>
        <p:spPr>
          <a:xfrm>
            <a:off x="760000" y="6100000"/>
            <a:ext cx="9800000" cy="3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300">
                <a:solidFill>
                  <a:srgbClr val="172033"/>
                </a:solidFill>
              </a:rPr>
              <a:t>DeepTag 多面体位姿驱动 Unity · 阶段 1 进度报告 · 1/8</a:t>
            </a:r>
            <a:endParaRPr lang="zh-CN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20000" y="520000"/>
            <a:ext cx="10800000" cy="8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600" b="1">
                <a:solidFill>
                  <a:srgbClr val="172033"/>
                </a:solidFill>
              </a:rPr>
              <a:t>阶段 1 目标</a:t>
            </a:r>
            <a:endParaRPr lang="zh-CN" sz="3600"/>
          </a:p>
        </p:txBody>
      </p:sp>
      <p:sp>
        <p:nvSpPr>
          <p:cNvPr id="3" name="Body"/>
          <p:cNvSpPr txBox="1"/>
          <p:nvPr/>
        </p:nvSpPr>
        <p:spPr>
          <a:xfrm>
            <a:off x="760000" y="1600000"/>
            <a:ext cx="10600000" cy="42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72033"/>
                </a:solidFill>
              </a:rPr>
              <a:t>• 立体结构旋转 360 度，按 45 度均分 8 个可观测方向。
• 每个方向都至少可看到一个贴有 AprilTag / DeepTag 的面。
• 通过多 Tag 刚体融合得到 xyz 平移与三轴旋转，驱动 Unity 中的虚拟物体。</a:t>
            </a:r>
            <a:endParaRPr lang="zh-CN" sz="2300"/>
          </a:p>
        </p:txBody>
      </p:sp>
      <p:sp>
        <p:nvSpPr>
          <p:cNvPr id="4" name="Footer"/>
          <p:cNvSpPr txBox="1"/>
          <p:nvPr/>
        </p:nvSpPr>
        <p:spPr>
          <a:xfrm>
            <a:off x="760000" y="6100000"/>
            <a:ext cx="9800000" cy="3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300">
                <a:solidFill>
                  <a:srgbClr val="172033"/>
                </a:solidFill>
              </a:rPr>
              <a:t>DeepTag 多面体位姿驱动 Unity · 阶段 1 进度报告 · 2/8</a:t>
            </a:r>
            <a:endParaRPr lang="zh-CN"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20000" y="520000"/>
            <a:ext cx="10800000" cy="8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600" b="1">
                <a:solidFill>
                  <a:srgbClr val="172033"/>
                </a:solidFill>
              </a:rPr>
              <a:t>最新技术路线答复</a:t>
            </a:r>
            <a:endParaRPr lang="zh-CN" sz="3600"/>
          </a:p>
        </p:txBody>
      </p:sp>
      <p:sp>
        <p:nvSpPr>
          <p:cNvPr id="3" name="Body"/>
          <p:cNvSpPr txBox="1"/>
          <p:nvPr/>
        </p:nvSpPr>
        <p:spPr>
          <a:xfrm>
            <a:off x="760000" y="1600000"/>
            <a:ext cx="10600000" cy="42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72033"/>
                </a:solidFill>
              </a:rPr>
              <a:t>• SDK 的 AprilTag 检测采用深度学习方案，对标 DeepArUco / DeepArUco++。
• 检测网络定位 Tag 候选区域 / 热力图；角点精修网络完成亚像素角点回归。
• 随后执行 ID 解码与纠错，最后通过 PnP + 非线性重投影精修输出位姿。
• 该路线面向反光、弱暗光、运动模糊、弯曲贴附和遮挡等传统方案易失效工况。</a:t>
            </a:r>
            <a:endParaRPr lang="zh-CN" sz="2300"/>
          </a:p>
        </p:txBody>
      </p:sp>
      <p:sp>
        <p:nvSpPr>
          <p:cNvPr id="4" name="Footer"/>
          <p:cNvSpPr txBox="1"/>
          <p:nvPr/>
        </p:nvSpPr>
        <p:spPr>
          <a:xfrm>
            <a:off x="760000" y="6100000"/>
            <a:ext cx="9800000" cy="3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300">
                <a:solidFill>
                  <a:srgbClr val="172033"/>
                </a:solidFill>
              </a:rPr>
              <a:t>DeepTag 多面体位姿驱动 Unity · 阶段 1 进度报告 · 3/8</a:t>
            </a:r>
            <a:endParaRPr lang="zh-CN"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20000" y="520000"/>
            <a:ext cx="10800000" cy="8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600" b="1">
                <a:solidFill>
                  <a:srgbClr val="172033"/>
                </a:solidFill>
              </a:rPr>
              <a:t>已完成事项</a:t>
            </a:r>
            <a:endParaRPr lang="zh-CN" sz="3600"/>
          </a:p>
        </p:txBody>
      </p:sp>
      <p:sp>
        <p:nvSpPr>
          <p:cNvPr id="3" name="Body"/>
          <p:cNvSpPr txBox="1"/>
          <p:nvPr/>
        </p:nvSpPr>
        <p:spPr>
          <a:xfrm>
            <a:off x="760000" y="1600000"/>
            <a:ext cx="10600000" cy="42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72033"/>
                </a:solidFill>
              </a:rPr>
              <a:t>• 已在创维 1600 上完成初步闭环验证，可以进行 Unity 虚拟物体基础跟随。
• 当前通过分时复用方式获取约 30fps 灰度图像。
• 在无法严格对应 IMU 数据的约束下，已完成基础精度、稳定性和可驱动性验证。
• 阶段 1 需求问题已在参考 README 中完成答复。</a:t>
            </a:r>
            <a:endParaRPr lang="zh-CN" sz="2300"/>
          </a:p>
        </p:txBody>
      </p:sp>
      <p:sp>
        <p:nvSpPr>
          <p:cNvPr id="4" name="Footer"/>
          <p:cNvSpPr txBox="1"/>
          <p:nvPr/>
        </p:nvSpPr>
        <p:spPr>
          <a:xfrm>
            <a:off x="760000" y="6100000"/>
            <a:ext cx="9800000" cy="3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300">
                <a:solidFill>
                  <a:srgbClr val="172033"/>
                </a:solidFill>
              </a:rPr>
              <a:t>DeepTag 多面体位姿驱动 Unity · 阶段 1 进度报告 · 4/8</a:t>
            </a:r>
            <a:endParaRPr lang="zh-CN" sz="1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20000" y="520000"/>
            <a:ext cx="10800000" cy="8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600" b="1">
                <a:solidFill>
                  <a:srgbClr val="172033"/>
                </a:solidFill>
              </a:rPr>
              <a:t>README 进度答复</a:t>
            </a:r>
            <a:endParaRPr lang="zh-CN" sz="3600"/>
          </a:p>
        </p:txBody>
      </p:sp>
      <p:sp>
        <p:nvSpPr>
          <p:cNvPr id="3" name="Body"/>
          <p:cNvSpPr txBox="1"/>
          <p:nvPr/>
        </p:nvSpPr>
        <p:spPr>
          <a:xfrm>
            <a:off x="760000" y="1600000"/>
            <a:ext cx="10600000" cy="42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72033"/>
                </a:solidFill>
              </a:rPr>
              <a:t>• Q1：创维真机是硬依赖；算法主体可先离线推进，但标定、性能调优和 30 分钟稳定性必须在真机完成。
• Q2：需明确取流 API、分辨率、帧率、像素格式、相机内参、畸变参数、外参/坐标系、时间戳和 IMU 可用性。
• Q3：Tag 尺寸初步参考 22~28mm；材质需抗反光、可贴合曲面、耐磨耐汗；数量采用多 Tag 冗余分布。</a:t>
            </a:r>
            <a:endParaRPr lang="zh-CN" sz="2300"/>
          </a:p>
        </p:txBody>
      </p:sp>
      <p:sp>
        <p:nvSpPr>
          <p:cNvPr id="4" name="Footer"/>
          <p:cNvSpPr txBox="1"/>
          <p:nvPr/>
        </p:nvSpPr>
        <p:spPr>
          <a:xfrm>
            <a:off x="760000" y="6100000"/>
            <a:ext cx="9800000" cy="3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300">
                <a:solidFill>
                  <a:srgbClr val="172033"/>
                </a:solidFill>
              </a:rPr>
              <a:t>DeepTag 多面体位姿驱动 Unity · 阶段 1 进度报告 · 5/8</a:t>
            </a:r>
            <a:endParaRPr lang="zh-CN"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20000" y="520000"/>
            <a:ext cx="10800000" cy="8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600" b="1">
                <a:solidFill>
                  <a:srgbClr val="172033"/>
                </a:solidFill>
              </a:rPr>
              <a:t>当前限制</a:t>
            </a:r>
            <a:endParaRPr lang="zh-CN" sz="3600"/>
          </a:p>
        </p:txBody>
      </p:sp>
      <p:sp>
        <p:nvSpPr>
          <p:cNvPr id="3" name="Body"/>
          <p:cNvSpPr txBox="1"/>
          <p:nvPr/>
        </p:nvSpPr>
        <p:spPr>
          <a:xfrm>
            <a:off x="760000" y="1600000"/>
            <a:ext cx="10600000" cy="42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72033"/>
                </a:solidFill>
              </a:rPr>
              <a:t>• 尚未接入创维底层取流，分时复用导致偶发帧间停顿。
• 灰度帧无法严格对应 IMU 数据，运动补偿和时序融合受限。
• DeepTag 端侧实时性依赖 NNAPI/NPU 或等价端侧加速能力。
• 当前 QC 关注检测置信度、角点残差、重投影误差、帧延迟和位姿抖动。</a:t>
            </a:r>
            <a:endParaRPr lang="zh-CN" sz="2300"/>
          </a:p>
        </p:txBody>
      </p:sp>
      <p:sp>
        <p:nvSpPr>
          <p:cNvPr id="4" name="Footer"/>
          <p:cNvSpPr txBox="1"/>
          <p:nvPr/>
        </p:nvSpPr>
        <p:spPr>
          <a:xfrm>
            <a:off x="760000" y="6100000"/>
            <a:ext cx="9800000" cy="3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300">
                <a:solidFill>
                  <a:srgbClr val="172033"/>
                </a:solidFill>
              </a:rPr>
              <a:t>DeepTag 多面体位姿驱动 Unity · 阶段 1 进度报告 · 6/8</a:t>
            </a:r>
            <a:endParaRPr lang="zh-CN" sz="1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20000" y="520000"/>
            <a:ext cx="10800000" cy="8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600" b="1">
                <a:solidFill>
                  <a:srgbClr val="172033"/>
                </a:solidFill>
              </a:rPr>
              <a:t>当前交付物</a:t>
            </a:r>
            <a:endParaRPr lang="zh-CN" sz="3600"/>
          </a:p>
        </p:txBody>
      </p:sp>
      <p:sp>
        <p:nvSpPr>
          <p:cNvPr id="3" name="Body"/>
          <p:cNvSpPr txBox="1"/>
          <p:nvPr/>
        </p:nvSpPr>
        <p:spPr>
          <a:xfrm>
            <a:off x="760000" y="1600000"/>
            <a:ext cx="10600000" cy="42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72033"/>
                </a:solidFill>
              </a:rPr>
              <a:t>• 创维 1600 初步闭环验证结论。
• DeepTag 技术路线和端侧工程化约束说明。
• STL/STP 结构模型文件与网页三维预览。
• 网页进度报告和 PPT 进度报告。</a:t>
            </a:r>
            <a:endParaRPr lang="zh-CN" sz="2300"/>
          </a:p>
        </p:txBody>
      </p:sp>
      <p:sp>
        <p:nvSpPr>
          <p:cNvPr id="4" name="Footer"/>
          <p:cNvSpPr txBox="1"/>
          <p:nvPr/>
        </p:nvSpPr>
        <p:spPr>
          <a:xfrm>
            <a:off x="760000" y="6100000"/>
            <a:ext cx="9800000" cy="3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300">
                <a:solidFill>
                  <a:srgbClr val="172033"/>
                </a:solidFill>
              </a:rPr>
              <a:t>DeepTag 多面体位姿驱动 Unity · 阶段 1 进度报告 · 7/8</a:t>
            </a:r>
            <a:endParaRPr lang="zh-CN" sz="1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20000" y="520000"/>
            <a:ext cx="10800000" cy="8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600" b="1">
                <a:solidFill>
                  <a:srgbClr val="172033"/>
                </a:solidFill>
              </a:rPr>
              <a:t>验收口径</a:t>
            </a:r>
            <a:endParaRPr lang="zh-CN" sz="3600"/>
          </a:p>
        </p:txBody>
      </p:sp>
      <p:sp>
        <p:nvSpPr>
          <p:cNvPr id="3" name="Body"/>
          <p:cNvSpPr txBox="1"/>
          <p:nvPr/>
        </p:nvSpPr>
        <p:spPr>
          <a:xfrm>
            <a:off x="760000" y="1600000"/>
            <a:ext cx="10600000" cy="42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72033"/>
                </a:solidFill>
              </a:rPr>
              <a:t>• 单 Tag 正对稳定叠加，多 Tag 同时检测和融合。
• 暗光、正常光、强光、运动模糊、25/50/75% 遮挡场景覆盖。
• 0.3m 到 3m 距离范围，30 分钟稳定性测试。
• 继续量化：角度误差、位置误差、检测帧率下限、漏检率上限和 Unity 驱动延迟。</a:t>
            </a:r>
            <a:endParaRPr lang="zh-CN" sz="2300"/>
          </a:p>
        </p:txBody>
      </p:sp>
      <p:sp>
        <p:nvSpPr>
          <p:cNvPr id="4" name="Footer"/>
          <p:cNvSpPr txBox="1"/>
          <p:nvPr/>
        </p:nvSpPr>
        <p:spPr>
          <a:xfrm>
            <a:off x="760000" y="6100000"/>
            <a:ext cx="9800000" cy="3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300">
                <a:solidFill>
                  <a:srgbClr val="172033"/>
                </a:solidFill>
              </a:rPr>
              <a:t>DeepTag 多面体位姿驱动 Unity · 阶段 1 进度报告 · 8/8</a:t>
            </a:r>
            <a:endParaRPr lang="zh-CN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ge1">
  <a:themeElements>
    <a:clrScheme name="Stage1">
      <a:dk1>
        <a:srgbClr val="172033"/>
      </a:dk1>
      <a:lt1>
        <a:srgbClr val="FFFDF3"/>
      </a:lt1>
      <a:dk2>
        <a:srgbClr val="0B6B57"/>
      </a:dk2>
      <a:lt2>
        <a:srgbClr val="EFE2C4"/>
      </a:lt2>
      <a:accent1>
        <a:srgbClr val="0B6B57"/>
      </a:accent1>
      <a:accent2>
        <a:srgbClr val="C9A24A"/>
      </a:accent2>
      <a:accent3>
        <a:srgbClr val="C8587B"/>
      </a:accent3>
      <a:accent4>
        <a:srgbClr val="6C5B37"/>
      </a:accent4>
      <a:accent5>
        <a:srgbClr val="193327"/>
      </a:accent5>
      <a:accent6>
        <a:srgbClr val="F3E8CD"/>
      </a:accent6>
      <a:hlink>
        <a:srgbClr val="0B6B57"/>
      </a:hlink>
      <a:folHlink>
        <a:srgbClr val="C8587B"/>
      </a:folHlink>
    </a:clrScheme>
    <a:fontScheme name="Stage1">
      <a:majorFont>
        <a:latin typeface="Aptos Display"/>
        <a:ea typeface="Microsoft YaHei"/>
      </a:majorFont>
      <a:minorFont>
        <a:latin typeface="Aptos"/>
        <a:ea typeface="Microsoft YaHei"/>
      </a:minorFont>
    </a:fontScheme>
    <a:fmtScheme name="Stage1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 static PPTX builder</Application>
  <Slides>8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DeepTag 多面体位姿驱动 Unity 阶段 1 进度报告</dc:title>
  <dc:creator>gszsyy GitHub Pages</dc:creator>
</cp:coreProperties>
</file>